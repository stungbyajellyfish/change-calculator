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3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i Tucholski" userId="71dfee62b6637256" providerId="LiveId" clId="{559CF108-54F1-4748-A37A-ABDFD09FDA23}"/>
    <pc:docChg chg="custSel modSld">
      <pc:chgData name="Heidi Tucholski" userId="71dfee62b6637256" providerId="LiveId" clId="{559CF108-54F1-4748-A37A-ABDFD09FDA23}" dt="2026-02-05T18:25:54.871" v="118" actId="20577"/>
      <pc:docMkLst>
        <pc:docMk/>
      </pc:docMkLst>
      <pc:sldChg chg="addSp modSp mod">
        <pc:chgData name="Heidi Tucholski" userId="71dfee62b6637256" providerId="LiveId" clId="{559CF108-54F1-4748-A37A-ABDFD09FDA23}" dt="2026-02-05T18:25:54.871" v="118" actId="20577"/>
        <pc:sldMkLst>
          <pc:docMk/>
          <pc:sldMk cId="711165725" sldId="256"/>
        </pc:sldMkLst>
        <pc:spChg chg="mod">
          <ac:chgData name="Heidi Tucholski" userId="71dfee62b6637256" providerId="LiveId" clId="{559CF108-54F1-4748-A37A-ABDFD09FDA23}" dt="2026-02-05T18:24:28.813" v="10" actId="20577"/>
          <ac:spMkLst>
            <pc:docMk/>
            <pc:sldMk cId="711165725" sldId="256"/>
            <ac:spMk id="2" creationId="{7783897C-E5CB-560A-D061-7FEA8739E0F5}"/>
          </ac:spMkLst>
        </pc:spChg>
        <pc:spChg chg="add mod">
          <ac:chgData name="Heidi Tucholski" userId="71dfee62b6637256" providerId="LiveId" clId="{559CF108-54F1-4748-A37A-ABDFD09FDA23}" dt="2026-02-05T18:24:52.848" v="49" actId="20577"/>
          <ac:spMkLst>
            <pc:docMk/>
            <pc:sldMk cId="711165725" sldId="256"/>
            <ac:spMk id="3" creationId="{0B51F2FC-8FA4-2416-0D65-F399CC2FFE29}"/>
          </ac:spMkLst>
        </pc:spChg>
        <pc:spChg chg="mod">
          <ac:chgData name="Heidi Tucholski" userId="71dfee62b6637256" providerId="LiveId" clId="{559CF108-54F1-4748-A37A-ABDFD09FDA23}" dt="2026-02-05T18:24:39.447" v="35" actId="1076"/>
          <ac:spMkLst>
            <pc:docMk/>
            <pc:sldMk cId="711165725" sldId="256"/>
            <ac:spMk id="4" creationId="{96429986-F607-77BF-9666-77233585DBBD}"/>
          </ac:spMkLst>
        </pc:spChg>
        <pc:spChg chg="mod">
          <ac:chgData name="Heidi Tucholski" userId="71dfee62b6637256" providerId="LiveId" clId="{559CF108-54F1-4748-A37A-ABDFD09FDA23}" dt="2026-02-05T18:24:43.975" v="36" actId="1076"/>
          <ac:spMkLst>
            <pc:docMk/>
            <pc:sldMk cId="711165725" sldId="256"/>
            <ac:spMk id="5" creationId="{7744BF3E-2C9E-C9D0-C122-23ADBB46E350}"/>
          </ac:spMkLst>
        </pc:spChg>
        <pc:spChg chg="add mod">
          <ac:chgData name="Heidi Tucholski" userId="71dfee62b6637256" providerId="LiveId" clId="{559CF108-54F1-4748-A37A-ABDFD09FDA23}" dt="2026-02-05T18:25:54.871" v="118" actId="20577"/>
          <ac:spMkLst>
            <pc:docMk/>
            <pc:sldMk cId="711165725" sldId="256"/>
            <ac:spMk id="6" creationId="{AEB4F22F-1CC7-D7F8-A9EB-737FF26EB3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E09C-AC4B-C199-CC2B-E103603F3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09BF0-35EE-DE1C-EC5F-D7580BEB2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522E5-04DE-83F9-81E3-CCD32CD6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5E067-D01D-19DB-D708-C4F6CD77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0901-AA03-2CE4-95B3-25E0A5CD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0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A78A-4B67-044E-198C-2113A2C2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7B69-C338-B609-F632-11812C2C3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0D27-8E79-53BC-D9C7-5D2AE708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86F-76DD-2827-B6EF-392C7FA0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CE70C-EE60-C9C9-6F35-78B8D897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5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E828-F6F3-EF93-1C35-33E81009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DDE1A-1B58-5574-DD53-0B4632468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E91E-F93D-9680-3233-D8688B5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EE87-5B37-DFB0-EE16-831899A7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8A2E-CE57-BD99-8E43-51E93047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3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876F-67E7-9084-A79F-70F5CF13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A66F-3CAF-8D03-0C82-7CD6E683C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1E1CF-5C1A-4BFD-C3B9-D4F040DDB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26C57-A7FF-C35B-DC2C-1310AA47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F540-CAF4-AC9C-B754-DFCDE925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63638-048E-A094-644B-9749C276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5F74-BEF3-4465-EA82-E4FF5F26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C00B-283F-7AD0-1368-21636E30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E65F9-B4EB-B351-B461-13E584044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63C42-C404-9BFC-0340-8EDBE0FA3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E3959-A3BB-2854-928D-A2EA0051E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1CB0B-7431-E8AD-81D7-3642D56E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A419A-FC17-74C6-38E4-CCC32DFA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29335-CEB9-919D-B757-45407055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4528-C8FC-5B68-7161-114238FC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BE6BB1-3C60-7F68-4535-2DB45921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3C934-1E1E-7B8F-C43C-E74E27C2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90E1-EE30-176A-48B5-F4709294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6C795-A74F-5CEC-0612-15CC6EAE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90D47-72D2-B349-F875-6A6828EE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4CD86-DF5A-38D4-0675-ABCA67DE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7D9C-95C0-2C94-9F9A-FFBD77E4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ED4B-ED36-79DB-08DE-77B90064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23905-AEC4-A853-0AD5-903CC120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FE042-F4AA-F48B-02BE-180402E6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E3C9E-E5CA-93EC-B5A2-724F2042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AD6EF-D7DC-EA31-2B9F-A52F1C5E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D539-2132-777D-B1D7-8F8CDCE1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22B50-6542-C7D9-10EA-5C0F61C54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ED70A-BE37-66A5-C780-0B5AE37D8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5A5E3-0CEA-5390-3CA0-35B09430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A376D-DA19-BC22-A78E-DA2A53D6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D2B64-BB62-18BA-B72E-DA36F333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6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208B-BFED-DDFC-8970-CF8B68B7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51811-17DB-6968-076F-B94D673A9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B5201-FB7E-F962-4854-7E8C3602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78B2-9542-97F6-C929-6D994701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8AB84-F7FA-091F-5FDA-EE47846B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B44ED-B461-88EB-7F6F-84F42ECA4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254A1-02F5-8A2F-6A76-FD9AFAE50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BEBC-C1B2-D64D-0BAA-705292B8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DE881-E60B-E865-0875-DF33F317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51AA-D51B-5737-00A7-FEEDCF5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7166A-F90F-C29E-994F-F1383E6B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44F78-B7E4-35CF-360E-57FC1045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7604-3A47-6655-30FE-A2E251393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ADB6B-C01E-4534-8B4A-7CF8AD980E5E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9770-DC6A-2435-B359-AF01BCD42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8A5B-92BA-95FB-A8ED-11B076238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4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897C-E5CB-560A-D061-7FEA8739E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0" y="891009"/>
            <a:ext cx="4572000" cy="79457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Sales Total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429986-F607-77BF-9666-77233585DBBD}"/>
              </a:ext>
            </a:extLst>
          </p:cNvPr>
          <p:cNvSpPr txBox="1">
            <a:spLocks/>
          </p:cNvSpPr>
          <p:nvPr/>
        </p:nvSpPr>
        <p:spPr>
          <a:xfrm>
            <a:off x="3810000" y="2063147"/>
            <a:ext cx="4572000" cy="7945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Amount Customer Paid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4BF3E-2C9E-C9D0-C122-23ADBB46E350}"/>
              </a:ext>
            </a:extLst>
          </p:cNvPr>
          <p:cNvSpPr txBox="1">
            <a:spLocks/>
          </p:cNvSpPr>
          <p:nvPr/>
        </p:nvSpPr>
        <p:spPr>
          <a:xfrm>
            <a:off x="3810000" y="3235285"/>
            <a:ext cx="4572000" cy="7945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Calculate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51F2FC-8FA4-2416-0D65-F399CC2FFE29}"/>
              </a:ext>
            </a:extLst>
          </p:cNvPr>
          <p:cNvSpPr txBox="1">
            <a:spLocks/>
          </p:cNvSpPr>
          <p:nvPr/>
        </p:nvSpPr>
        <p:spPr>
          <a:xfrm>
            <a:off x="437002" y="4731742"/>
            <a:ext cx="4572000" cy="7945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Change due: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B4F22F-1CC7-D7F8-A9EB-737FF26EB328}"/>
              </a:ext>
            </a:extLst>
          </p:cNvPr>
          <p:cNvSpPr txBox="1">
            <a:spLocks/>
          </p:cNvSpPr>
          <p:nvPr/>
        </p:nvSpPr>
        <p:spPr>
          <a:xfrm>
            <a:off x="5458857" y="4731741"/>
            <a:ext cx="4572000" cy="17792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0 Dollars</a:t>
            </a:r>
          </a:p>
          <a:p>
            <a:pPr algn="l"/>
            <a:r>
              <a:rPr lang="en-US" dirty="0"/>
              <a:t>0 Quarters</a:t>
            </a:r>
          </a:p>
          <a:p>
            <a:pPr algn="l"/>
            <a:r>
              <a:rPr lang="en-US" dirty="0"/>
              <a:t>0 Dimes</a:t>
            </a:r>
          </a:p>
          <a:p>
            <a:pPr algn="l"/>
            <a:r>
              <a:rPr lang="en-US" dirty="0"/>
              <a:t>0 Nickels</a:t>
            </a:r>
          </a:p>
          <a:p>
            <a:pPr algn="l"/>
            <a:r>
              <a:rPr lang="en-US" dirty="0"/>
              <a:t>0 Pennies</a:t>
            </a:r>
          </a:p>
        </p:txBody>
      </p:sp>
    </p:spTree>
    <p:extLst>
      <p:ext uri="{BB962C8B-B14F-4D97-AF65-F5344CB8AC3E}">
        <p14:creationId xmlns:p14="http://schemas.microsoft.com/office/powerpoint/2010/main" val="7111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Sales Total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Heidi Tucholski</dc:creator>
  <cp:lastModifiedBy>Heidi Tucholski</cp:lastModifiedBy>
  <cp:revision>1</cp:revision>
  <dcterms:created xsi:type="dcterms:W3CDTF">2026-02-04T19:14:17Z</dcterms:created>
  <dcterms:modified xsi:type="dcterms:W3CDTF">2026-02-05T18:25:56Z</dcterms:modified>
</cp:coreProperties>
</file>